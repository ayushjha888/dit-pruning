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280160"/>
            <a:ext cx="9966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Learning-Based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Pruning for Diffusion Transformers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292608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 Review — Phase 1 Results &amp; Phase 2 Plan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14800" y="3429000"/>
            <a:ext cx="393192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61188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 |  M.Tech AI — IISc Bangalore  |  Student No. 24839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395020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Prof. Chandra Sekhar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5120640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51206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DiT-XL/2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03520" y="5120640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0" y="51206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Pruning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32320" y="5120640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0" y="51206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24712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0467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Transformers are powerful but computationally expensive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3035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7160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1874520"/>
            <a:ext cx="292608" cy="29260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8470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DiT-XL/2 uses 114 GMACs per forward pass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2139696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image generation runs 50 denoising steps — 5,700 GMACs total per image.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3264408"/>
            <a:ext cx="292608" cy="29260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323697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tokens are equally important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352958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tokens per layer, but many carry redundant spatial information that adds no value to the prediction.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4654296"/>
            <a:ext cx="292608" cy="29260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654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462686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DyDiT showed 51% FLOP reduction is possible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491947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skipping unimportant tokens with a heuristic gate — but the gate has no trajectory awareness.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1188720"/>
            <a:ext cx="5577840" cy="2377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09360" y="13716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09360" y="1719072"/>
            <a:ext cx="5212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DyDiT's heuristic SDT gate decides which tokens to skip at each layer independently — with no memory of previous timesteps and no awareness of the full denoising trajectory. It hits the compute budget but skips the wrong tokens.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26480" y="3749040"/>
            <a:ext cx="5577840" cy="2651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09360" y="391363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Thesis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09360" y="4251960"/>
            <a:ext cx="5212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heuristic SDT gate with a MAPPO multi-agent policy that observes the full denoising trajectory and learns which tokens to skip — with cross-timestep awareness that no single-step heuristic can provide.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Background: DiT and DyDiT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24712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0467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Transformer architecture and existing efficiency work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394960" cy="521208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258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DiT-XL/2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675M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dim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0" y="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0" y="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26080" y="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26080" y="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(16×16)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GMACs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26080" y="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114.46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FID-50K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26080" y="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2.27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1783080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18928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0" y="18928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675M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2313432"/>
            <a:ext cx="5029200" cy="47548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24231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dim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0" y="24231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1152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2843784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29535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0" y="29535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" y="3374136"/>
            <a:ext cx="5029200" cy="47548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34838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00400" y="34838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3904488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40142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00400" y="40142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(16×16)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0080" y="4434840"/>
            <a:ext cx="5029200" cy="47548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45445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GMACs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200400" y="45445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114.46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40080" y="4965192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7240" y="50749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FID-50K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200400" y="50749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2.27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217920" y="1188720"/>
            <a:ext cx="5486400" cy="521208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0" y="132588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DyDiT (Zhao et al., ICLR 2025)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400800" y="1783080"/>
            <a:ext cx="512064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0" y="1783080"/>
            <a:ext cx="73152" cy="13898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3680" y="18470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TDW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583680" y="2139696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Timestep-wise Dynamic Width. Linear router decides which attention heads and MLP channel groups to skip, conditioned on the timestep embedding. Same decision for all tokens.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400800" y="3291840"/>
            <a:ext cx="512064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00800" y="3291840"/>
            <a:ext cx="73152" cy="13898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83680" y="33558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SDT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583680" y="3648456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Spatial-wise Dynamic Token. MLP router decides which tokens skip the MLP sub-block, conditioned on post-MHSA features. Different decision per token.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400800" y="4800600"/>
            <a:ext cx="512064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00800" y="4800600"/>
            <a:ext cx="73152" cy="13898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83680" y="48646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6583680" y="5157216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fine-tuning of backbone + routers on ImageNet-256 for 210K steps. Achieves 51% FLOP reduction with FID 2.07 — comparable to full DiT baseline.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217920" y="61996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contribution: replace SDT with MAPPO. TDW stays unchanged.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Saliency Analysis — Why the Heuristic Fails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24712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0467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importance changes across the denoising trajectory — a per-step gate cannot adapt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1: Cross-timestep saliency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-1816" r="-1816" t="0" b="0"/>
          <a:stretch/>
        </p:blipFill>
        <p:spPr>
          <a:xfrm>
            <a:off x="457200" y="1417320"/>
            <a:ext cx="7772400" cy="3840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51206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t=900 importance is diffuse (whole image matters). At t=100 it concentrates on key tokens. A static gate cannot adapt to this shift.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503920" y="1143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3: Per-layer entropy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50000" b="-150000"/>
          <a:stretch/>
        </p:blipFill>
        <p:spPr>
          <a:xfrm>
            <a:off x="8503920" y="1417320"/>
            <a:ext cx="3566160" cy="3657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03920" y="5120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layers (8-16) show clear spatial structure. Early/late layers are noisy. * = gated layer.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57200" y="5623560"/>
            <a:ext cx="112471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40080" y="5687568"/>
            <a:ext cx="10881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Token importance is spatially non-uniform, changes across timesteps (diffuse→concentrated), and differs between layers. No single-step heuristic can capture this trajectory-level pattern.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Alignment — IoU vs Saliency Ground Truth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24712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0467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2: How well do gate skip decisions match the tokens that actually matter?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25000" b="-125000"/>
          <a:stretch/>
        </p:blipFill>
        <p:spPr>
          <a:xfrm>
            <a:off x="457200" y="1143000"/>
            <a:ext cx="1124712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40740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1: Saliency ground truth  |  Row 2: Gate mask (green=kept, red=skipped)  |  Row 3: Overlay — green=correct keep, blue=correct skip, red=missed important token, black=unnecessary keep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57200" y="4937760"/>
            <a:ext cx="27432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30352" y="501091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IoU (5K steps)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30352" y="5230368"/>
            <a:ext cx="2596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0.298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30352" y="5596128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random chance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401568" y="4937760"/>
            <a:ext cx="27432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474720" y="501091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Unfrozen IoU (10K steps)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474720" y="5230368"/>
            <a:ext cx="2596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474720" y="5596128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below random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345936" y="4937760"/>
            <a:ext cx="27432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6B728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419088" y="501091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chance baseline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419088" y="5230368"/>
            <a:ext cx="2596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0.330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419088" y="5596128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gate, 50% threshold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9290304" y="4937760"/>
            <a:ext cx="27432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9363456" y="501091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MAPPO target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363456" y="5230368"/>
            <a:ext cx="2596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0.33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9363456" y="5596128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objective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of 14 gated layers below random chance. Only L0 (0.340) and L26 (0.376) exceed 0.33. Mean IoU unfrozen = 0.062.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Quantitative Results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24712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0467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vs unfrozen backbone training — the IoU inversion finding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curves (unfrozen, 10K steps)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60000" b="-60000"/>
          <a:stretch/>
        </p:blipFill>
        <p:spPr>
          <a:xfrm>
            <a:off x="457200" y="1417320"/>
            <a:ext cx="7132320" cy="2011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0" y="1143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comparison (unfrozen)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60000" b="-60000"/>
          <a:stretch/>
        </p:blipFill>
        <p:spPr>
          <a:xfrm>
            <a:off x="7863840" y="1417320"/>
            <a:ext cx="4114800" cy="2011680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11247120" cy="2468880"/>
        </p:xfrm>
        <a:graphic>
          <a:graphicData uri="http://schemas.openxmlformats.org/drawingml/2006/table">
            <a:tbl>
              <a:tblPr/>
              <a:tblGrid>
                <a:gridCol w="2926080"/>
                <a:gridCol w="1371600"/>
                <a:gridCol w="1280160"/>
                <a:gridCol w="1371600"/>
                <a:gridCol w="1280160"/>
                <a:gridCol w="1280160"/>
                <a:gridCol w="128016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GMACs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FLOP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PSNR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DiT-XL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114.46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SDT-MLP Frozen (5K)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10.35 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SDT-MLP Unfrozen (10K)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21.71 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MAPPO-SDT (target)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16%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20 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0.7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0.33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457200" y="6236208"/>
            <a:ext cx="1124712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640080" y="625449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inversion: unfrozen backbone recovers image quality (PSNR +11 dB) but gate loses spatial meaning (IoU 0.298 → 0.062). Quality ≠ spatial alignment.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Saliency Consistency Across Noise Instances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24712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0467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4: Are saliency maps a reliable ground truth signal?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75000" b="-175000"/>
          <a:stretch/>
        </p:blipFill>
        <p:spPr>
          <a:xfrm>
            <a:off x="457200" y="1143000"/>
            <a:ext cx="731520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3218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1: Saliency at DDPM noise seed 1  |  Row 2: Saliency at DDPM noise seed 2  |  Row 3: Absolute difference (blue=agree, red=disagree)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046720" y="1143000"/>
            <a:ext cx="3931920" cy="457200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0" y="13258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Results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0" y="1828800"/>
            <a:ext cx="3566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0" y="1828800"/>
            <a:ext cx="64008" cy="960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94192" y="1901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 = 0.836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394192" y="2194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consistency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229600" y="2944368"/>
            <a:ext cx="3566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229600" y="2944368"/>
            <a:ext cx="64008" cy="960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94192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t=500: r=0.916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394192" y="33101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agreement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229600" y="4059936"/>
            <a:ext cx="3566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29600" y="4059936"/>
            <a:ext cx="64008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94192" y="41330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t=700: r=0.608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394192" y="442569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variation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046720" y="5029200"/>
            <a:ext cx="3931920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29600" y="5138928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Saliency maps are a reliable ground truth. High cross-seed correlation (r=0.836) confirms token importance is image-content driven, not noise-dependent.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Plan — MAPPO Policy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the heuristic TokenPredictor with a trajectory-aware RL policy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124712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5486400" cy="2103120"/>
          </a:xfrm>
          <a:prstGeom prst="rect">
            <a:avLst/>
          </a:prstGeom>
          <a:solidFill>
            <a:srgbClr val="1A2F5E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0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9903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(what each agent sees)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764792"/>
            <a:ext cx="5212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Post-MHSA token features [N, D]  +  timestep embedding [D]  +  layer index (normalised)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486400" cy="2103120"/>
          </a:xfrm>
          <a:prstGeom prst="rect">
            <a:avLst/>
          </a:prstGeom>
          <a:solidFill>
            <a:srgbClr val="1A2F5E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234440"/>
            <a:ext cx="54864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39903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(decision per token)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55080" y="1764792"/>
            <a:ext cx="5212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skip / keep for each of 256 tokens. One MAPPO actor per gated layer (14 agents total).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5486400" cy="2103120"/>
          </a:xfrm>
          <a:prstGeom prst="rect">
            <a:avLst/>
          </a:prstGeom>
          <a:solidFill>
            <a:srgbClr val="1A2F5E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520440"/>
            <a:ext cx="548640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68503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(training signal)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4050792"/>
            <a:ext cx="5212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MSE between student noise prediction and true noise, accumulated across the full 50-step DDIM trajectory.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520440"/>
            <a:ext cx="5486400" cy="2103120"/>
          </a:xfrm>
          <a:prstGeom prst="rect">
            <a:avLst/>
          </a:prstGeom>
          <a:solidFill>
            <a:srgbClr val="1A2F5E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3520440"/>
            <a:ext cx="548640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368503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fixes IoU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4050792"/>
            <a:ext cx="5212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directly penalises skipping important tokens. Backbone cannot silently compensate — wrong skips reduce reward. Spatial alignment is now explicitly optimised.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5897880"/>
            <a:ext cx="11247120" cy="731520"/>
          </a:xfrm>
          <a:prstGeom prst="rect">
            <a:avLst/>
          </a:prstGeom>
          <a:solidFill>
            <a:srgbClr val="111827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596188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&gt; 0.33 (beat random)  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Stretch: IoU &gt; 0.50  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&gt; 20 dB  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GFLOPs &lt; 96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and 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24712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0467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complete — proceeding to MAPPO implementation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394960" cy="534924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539496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2529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Phase 1 — Complete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7190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DiT-XL/2 baseline confirmed (114.46 GMACs)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24942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SDT gate implemented — TokenPredictor + PruningWrapper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77977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training (5K steps) — IoU 0.298, PSNR 10.35 dB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Unfrozen training (10K steps) — IoU 0.062, PSNR 21.71 dB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840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saliency experiments with figures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437083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inversion finding — core thesis motivation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490118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checkpoint + auto-resume system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543153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HookManager persistent diagnostics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59618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RTX PRO 6000 Blackwell (102GB)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188720"/>
            <a:ext cx="5577840" cy="534924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188720"/>
            <a:ext cx="5577840" cy="4114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1225296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Phase 2 — MAPPO Implementation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26480" y="1719072"/>
            <a:ext cx="5577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1783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MAPPO state, action, reward (done on paper)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424160" y="1783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2249424"/>
            <a:ext cx="5577840" cy="47548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23134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MAPPOActor — replace TokenPredictor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424160" y="23134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2779776"/>
            <a:ext cx="5577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284378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forward pass runs — single DDIM trajectory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424160" y="284378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3310128"/>
            <a:ext cx="5577840" cy="47548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337413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training loop — actor + critic + clipping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424160" y="337413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26480" y="3840480"/>
            <a:ext cx="5577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39044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under DDIM schedule — trajectory reward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424160" y="39044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2-3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26480" y="4370832"/>
            <a:ext cx="5577840" cy="47548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4434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comparison: MAPPO vs MLP baseline (0.062)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424160" y="4434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26480" y="4901184"/>
            <a:ext cx="5577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49651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250K step run on ImageNet-level data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424160" y="49651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26480" y="5431536"/>
            <a:ext cx="5577840" cy="47548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63640" y="549554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FID-50K evaluation — ADM evaluator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424160" y="549554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2-3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26480" y="5961888"/>
            <a:ext cx="5577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3640" y="602589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writeup — Phase 1 + 2 combined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424160" y="602589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Phase 1 experiments run on RTX PRO 6000 Blackwell (102GB). Dataset: tiny-imagenet (512 images). Final thesis numbers will use ImageNet-256.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RL-Based Token Pruning for Diffusion Transformers</dc:title>
  <dc:subject>PptxGenJS Presentation</dc:subject>
  <dc:creator>Ayush</dc:creator>
  <cp:lastModifiedBy>Ayush</cp:lastModifiedBy>
  <cp:revision>1</cp:revision>
  <dcterms:created xsi:type="dcterms:W3CDTF">2026-06-01T14:57:56Z</dcterms:created>
  <dcterms:modified xsi:type="dcterms:W3CDTF">2026-06-01T14:57:56Z</dcterms:modified>
</cp:coreProperties>
</file>